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78E818-ADBD-41EA-99A0-CD6583C21B33}" v="89" dt="2025-12-14T14:10:48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2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2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06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96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15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05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16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196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6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5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872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240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Зеленый змея в филиале">
            <a:extLst>
              <a:ext uri="{FF2B5EF4-FFF2-40B4-BE49-F238E27FC236}">
                <a16:creationId xmlns:a16="http://schemas.microsoft.com/office/drawing/2014/main" id="{CED06653-DDC5-8254-9BBC-145475D573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70" b="1326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C861F-E96B-F845-16DB-65D504EBA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dirty="0" err="1">
                <a:solidFill>
                  <a:srgbClr val="FFFFFF"/>
                </a:solidFill>
              </a:rPr>
              <a:t>Pystart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ru-RU" dirty="0">
                <a:solidFill>
                  <a:srgbClr val="FFFFFF"/>
                </a:solidFill>
              </a:rPr>
              <a:t>– мобильное изучение Python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3EB91AE-EA05-8FE6-221E-C8CD9FF2E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lang="ru-RU" sz="1700">
                <a:solidFill>
                  <a:srgbClr val="FFFFFF"/>
                </a:solidFill>
              </a:rPr>
              <a:t>Выполнил Иванов Вячеслав </a:t>
            </a:r>
          </a:p>
          <a:p>
            <a:pPr algn="r">
              <a:lnSpc>
                <a:spcPct val="120000"/>
              </a:lnSpc>
            </a:pPr>
            <a:r>
              <a:rPr lang="ru-RU" sz="1700">
                <a:solidFill>
                  <a:srgbClr val="FFFFFF"/>
                </a:solidFill>
              </a:rPr>
              <a:t>Группы 405ИС</a:t>
            </a:r>
          </a:p>
        </p:txBody>
      </p:sp>
      <p:cxnSp>
        <p:nvCxnSpPr>
          <p:cNvPr id="19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426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BDE00D-2031-57F2-B67C-CEF5385A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Назначение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DF8254-7E46-C0B5-5028-01BF24DAC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Pystart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Мобильное приложение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предназначено для интерактивного изучения языка программирования Python пользователями, не имеющими предварительного опыта в программировании. Приложение предоставляет обучающие модули, практические задания, тесты и кода, что позволяет изучать язык в удобном формате с мобильного устройства</a:t>
            </a:r>
          </a:p>
        </p:txBody>
      </p:sp>
    </p:spTree>
    <p:extLst>
      <p:ext uri="{BB962C8B-B14F-4D97-AF65-F5344CB8AC3E}">
        <p14:creationId xmlns:p14="http://schemas.microsoft.com/office/powerpoint/2010/main" val="2944223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1E089-0CEE-B3AB-439D-1990BDC02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Цели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70DBD7-C543-1C6F-AD53-637734EC4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мобильное приложение, позволяющее пользователям изучать язык программирования Python с нуля</a:t>
            </a:r>
          </a:p>
          <a:p>
            <a:r>
              <a:rPr lang="ru-RU" sz="2400" dirty="0">
                <a:solidFill>
                  <a:schemeClr val="bg1"/>
                </a:solidFill>
                <a:latin typeface="Times New Roman"/>
                <a:cs typeface="Times New Roman"/>
              </a:rPr>
              <a:t>Обеспечить интерактивное взаимодействие с пользователем через тесты, упражнения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Повысить мотивацию к обучению за счёт геймификации (система уровней, достижений, очков)</a:t>
            </a:r>
          </a:p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возможность обучения без постоянного доступа к интернету (офлайн-режим)</a:t>
            </a:r>
          </a:p>
        </p:txBody>
      </p:sp>
    </p:spTree>
    <p:extLst>
      <p:ext uri="{BB962C8B-B14F-4D97-AF65-F5344CB8AC3E}">
        <p14:creationId xmlns:p14="http://schemas.microsoft.com/office/powerpoint/2010/main" val="3346007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70C233-0F69-4831-A197-02C13010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1" y="1227222"/>
            <a:ext cx="10890929" cy="109728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DA25B3-4376-C69B-04BD-84CB7AE78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76376"/>
            <a:ext cx="10890928" cy="3923256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понятный и адаптивный пользовательский интерфейс</a:t>
            </a:r>
          </a:p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отделы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уроки (основы Python, переменные, типы данных, циклы, функции)</a:t>
            </a:r>
            <a:b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Интерактивные упражнения с автоматической проверкой решений</a:t>
            </a:r>
            <a:b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знаний и отслеживание прогресса пользователя</a:t>
            </a:r>
            <a:b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Встроенный Python-интерпретатор для выполнения примеров кода</a:t>
            </a:r>
          </a:p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систему хранения пользовательских данных (профиль, прогресс, результаты тестов)</a:t>
            </a:r>
          </a:p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возможность обновления контента без обновления всего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700667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328F0-B03C-D88F-ABB9-2FFF1D1BD49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Проблематика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3AECA9-6951-1A5F-C58D-B8379424E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восприятия теоретического материала без практики</a:t>
            </a:r>
          </a:p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систематизированных и доступных курсов в мобильном формате</a:t>
            </a:r>
          </a:p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Нехватка мотивации и обратной связи при самостоятельном изучении</a:t>
            </a:r>
          </a:p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Недостаток русскоязычных приложений для обучения Python с нуля</a:t>
            </a:r>
          </a:p>
          <a:p>
            <a:pPr marL="0" indent="0">
              <a:buNone/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Pystart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решает эти проблемы, объединяя в одном мобильном приложении теорию, практику и интерактивное взаимодействие, позволяя учиться «в пути» — без необходимости пользоваться компьютером</a:t>
            </a:r>
          </a:p>
        </p:txBody>
      </p:sp>
    </p:spTree>
    <p:extLst>
      <p:ext uri="{BB962C8B-B14F-4D97-AF65-F5344CB8AC3E}">
        <p14:creationId xmlns:p14="http://schemas.microsoft.com/office/powerpoint/2010/main" val="1075841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AE101-87F2-1BC4-05E5-4E542F43D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Существующие аналоги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EEAAFC-B7F3-1DDA-C714-77D08E4D66E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SoloLearn -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и материалы на английском, часть функций платные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Mimo -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Платная подписка, англоязычный интерфейс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Hero -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Поддерживает Python, но нет русской локализации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Grasshopper -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Нет поддержки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705822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398D6-69C0-C9F6-1AD8-CE97EA61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Технический</a:t>
            </a:r>
            <a:r>
              <a:rPr lang="ru-RU" dirty="0"/>
              <a:t> </a:t>
            </a:r>
            <a:r>
              <a:rPr lang="ru-RU" dirty="0">
                <a:solidFill>
                  <a:schemeClr val="bg1"/>
                </a:solidFill>
              </a:rPr>
              <a:t>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BE0839-D074-478A-150B-300CD18ED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Язык разработки –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ru-RU" sz="2400" dirty="0">
                <a:solidFill>
                  <a:schemeClr val="bg1"/>
                </a:solidFill>
                <a:latin typeface="Times New Roman"/>
                <a:cs typeface="Times New Roman"/>
              </a:rPr>
              <a:t>Среда разработки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: Android Studio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Times New Roman"/>
                <a:cs typeface="Times New Roman"/>
              </a:rPr>
              <a:t>Фреймворк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: Kotlin</a:t>
            </a:r>
          </a:p>
          <a:p>
            <a:r>
              <a:rPr lang="ru-RU" sz="2400" dirty="0">
                <a:solidFill>
                  <a:schemeClr val="bg1"/>
                </a:solidFill>
                <a:latin typeface="Times New Roman"/>
                <a:cs typeface="Times New Roman"/>
              </a:rPr>
              <a:t>База данных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: SQLite</a:t>
            </a:r>
          </a:p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контроля версий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Git / GitHub</a:t>
            </a:r>
          </a:p>
          <a:p>
            <a:r>
              <a:rPr lang="ru-RU" sz="2400" dirty="0">
                <a:solidFill>
                  <a:schemeClr val="bg1"/>
                </a:solidFill>
                <a:latin typeface="Times New Roman"/>
                <a:cs typeface="Times New Roman"/>
              </a:rPr>
              <a:t>Дизайн интерфейса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: Material 3</a:t>
            </a:r>
          </a:p>
        </p:txBody>
      </p:sp>
    </p:spTree>
    <p:extLst>
      <p:ext uri="{BB962C8B-B14F-4D97-AF65-F5344CB8AC3E}">
        <p14:creationId xmlns:p14="http://schemas.microsoft.com/office/powerpoint/2010/main" val="167008200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310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DashVTI</vt:lpstr>
      <vt:lpstr>Pystart – мобильное изучение Python</vt:lpstr>
      <vt:lpstr>Назначение приложения</vt:lpstr>
      <vt:lpstr>Цели разработки</vt:lpstr>
      <vt:lpstr>Задачи проекта</vt:lpstr>
      <vt:lpstr>Проблематика</vt:lpstr>
      <vt:lpstr>Существующие аналоги</vt:lpstr>
      <vt:lpstr>Технический стек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Иванов Вячеслав</dc:creator>
  <cp:lastModifiedBy>Иванов Вячеслав</cp:lastModifiedBy>
  <cp:revision>19</cp:revision>
  <dcterms:created xsi:type="dcterms:W3CDTF">2025-10-22T12:48:22Z</dcterms:created>
  <dcterms:modified xsi:type="dcterms:W3CDTF">2025-12-14T14:10:53Z</dcterms:modified>
</cp:coreProperties>
</file>